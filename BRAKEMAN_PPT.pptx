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3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3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9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7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6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88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62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5677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7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91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12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40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1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D55BBC-7C29-4A17-A41E-C23E19E36B0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2AE73-8582-4AC8-9FE4-9F81200D1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31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esidentbeef/brakeman" TargetMode="External"/><Relationship Id="rId2" Type="http://schemas.openxmlformats.org/officeDocument/2006/relationships/hyperlink" Target="https://brakemanscanner.org/doc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lhtrFREeiK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Brakeman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Brakeman is a free vulnerability scanner specifically designed for Ruby on Rails applications. It statically analyzes Rails application code to find security issues at any stage of development.</a:t>
            </a:r>
          </a:p>
          <a:p>
            <a:endParaRPr lang="en-US" dirty="0" smtClean="0"/>
          </a:p>
          <a:p>
            <a:r>
              <a:rPr lang="en-US" dirty="0"/>
              <a:t>Unlike many web security scanners, Brakeman looks at the source code of your application. This means you do not need to set up your whole application stack to use 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Brakeman scans the application code, it produces a report of all security issues it has found.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3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4002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No Configuration Necessary -Brakeman requires zero setup or configuration once it is installed. </a:t>
            </a:r>
          </a:p>
          <a:p>
            <a:r>
              <a:rPr lang="en-US" dirty="0"/>
              <a:t>Run It Anytime -Because all Brakeman needs is source code, Brakeman can be run at any stage of development. We can generate a new application with </a:t>
            </a:r>
            <a:r>
              <a:rPr lang="en-US" dirty="0" smtClean="0"/>
              <a:t>“rails new” </a:t>
            </a:r>
            <a:r>
              <a:rPr lang="en-US" dirty="0"/>
              <a:t>and immediately check it with Brakeman.</a:t>
            </a:r>
          </a:p>
          <a:p>
            <a:r>
              <a:rPr lang="en-US" dirty="0"/>
              <a:t>Better Coverage </a:t>
            </a:r>
            <a:r>
              <a:rPr lang="en-US" dirty="0" smtClean="0"/>
              <a:t>– It can </a:t>
            </a:r>
            <a:r>
              <a:rPr lang="en-US" dirty="0"/>
              <a:t>provide more complete coverage of an application. This includes pages which may not be ‘live’ yet. In theory, Brakeman can find security vulnerabilities before they become exploitable.</a:t>
            </a:r>
          </a:p>
          <a:p>
            <a:r>
              <a:rPr lang="en-US" dirty="0"/>
              <a:t>Brakeman is specifically built for Ruby on Rails applications, so it can easily check configuration settings for best practices.</a:t>
            </a:r>
          </a:p>
          <a:p>
            <a:r>
              <a:rPr lang="en-US" dirty="0"/>
              <a:t>Speed - While Brakeman may not be exceptionally speedy, it is much faster than “black box” website scanners. Even large applications should not take more than a few minutes to scan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Unusual Configurations - Brakeman assumes a “typical” Rails setup. There may be parts of an application that can be missed because they do not fall within the normal Rails application layout.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Only Knows Code - Dynamic vulnerability scanners which run against a live website are able to test the entire application stack, including the webserver and database. Naturally, Brakeman will not be able to report if a webserver or other software has security issues.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Isn’t Omniscient -Brakeman cannot understand everything happening in the code. Sometimes it just makes reasonable assumptions. It may miss things. It may misinterpret things.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9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https://brakemanscanner.org/docs/</a:t>
            </a:r>
            <a:endParaRPr lang="en-US" dirty="0"/>
          </a:p>
          <a:p>
            <a:r>
              <a:rPr lang="en-US" u="sng" dirty="0">
                <a:hlinkClick r:id="rId3"/>
              </a:rPr>
              <a:t>https://github.com/presidentbeef/brakeman</a:t>
            </a:r>
            <a:endParaRPr lang="en-US" dirty="0"/>
          </a:p>
          <a:p>
            <a:r>
              <a:rPr lang="en-US" u="sng" dirty="0">
                <a:hlinkClick r:id="rId4"/>
              </a:rPr>
              <a:t>https://www.youtube.com/watch?v=lhtrFREeiK8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77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361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Brakeman</vt:lpstr>
      <vt:lpstr>Overview</vt:lpstr>
      <vt:lpstr>Advantages </vt:lpstr>
      <vt:lpstr>Limitations</vt:lpstr>
      <vt:lpstr>Important Links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CircleCI</dc:title>
  <dc:creator>Sharma, Mridul M</dc:creator>
  <cp:lastModifiedBy>703179429@ind.ge.ad</cp:lastModifiedBy>
  <cp:revision>6</cp:revision>
  <dcterms:created xsi:type="dcterms:W3CDTF">2020-05-18T03:58:18Z</dcterms:created>
  <dcterms:modified xsi:type="dcterms:W3CDTF">2020-05-18T08:30:03Z</dcterms:modified>
</cp:coreProperties>
</file>