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1D55BBC-7C29-4A17-A41E-C23E19E36B03}" type="datetimeFigureOut">
              <a:rPr lang="en-US" smtClean="0"/>
              <a:t>5/18/2020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343893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21D55BBC-7C29-4A17-A41E-C23E19E36B03}" type="datetimeFigureOut">
              <a:rPr lang="en-US" smtClean="0"/>
              <a:t>5/18/2020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3267937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D55BBC-7C29-4A17-A41E-C23E19E36B03}" type="datetimeFigureOut">
              <a:rPr lang="en-US" smtClean="0"/>
              <a:t>5/18/2020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114934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1D55BBC-7C29-4A17-A41E-C23E19E36B03}" type="datetimeFigureOut">
              <a:rPr lang="en-US" smtClean="0"/>
              <a:t>5/18/2020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2062939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1D55BBC-7C29-4A17-A41E-C23E19E36B03}" type="datetimeFigureOut">
              <a:rPr lang="en-US" smtClean="0"/>
              <a:t>5/18/2020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2993993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21D55BBC-7C29-4A17-A41E-C23E19E36B03}" type="datetimeFigureOut">
              <a:rPr lang="en-US" smtClean="0"/>
              <a:t>5/18/2020</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2469874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1D55BBC-7C29-4A17-A41E-C23E19E36B03}" type="datetimeFigureOut">
              <a:rPr lang="en-US" smtClean="0"/>
              <a:t>5/18/2020</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2028467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21D55BBC-7C29-4A17-A41E-C23E19E36B03}" type="datetimeFigureOut">
              <a:rPr lang="en-US" smtClean="0"/>
              <a:t>5/18/2020</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230880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1D55BBC-7C29-4A17-A41E-C23E19E36B03}" type="datetimeFigureOut">
              <a:rPr lang="en-US" smtClean="0"/>
              <a:t>5/18/2020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2911923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1D55BBC-7C29-4A17-A41E-C23E19E36B03}" type="datetimeFigureOut">
              <a:rPr lang="en-US" smtClean="0"/>
              <a:t>5/18/2020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3050688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21D55BBC-7C29-4A17-A41E-C23E19E36B03}" type="datetimeFigureOut">
              <a:rPr lang="en-US" smtClean="0"/>
              <a:t>5/18/2020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35777622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21D55BBC-7C29-4A17-A41E-C23E19E36B03}" type="datetimeFigureOut">
              <a:rPr lang="en-US" smtClean="0"/>
              <a:t>5/18/2020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2AE73-8582-4AC8-9FE4-9F81200D1AA2}"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7056772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D55BBC-7C29-4A17-A41E-C23E19E36B03}" type="datetimeFigureOut">
              <a:rPr lang="en-US" smtClean="0"/>
              <a:t>5/18/2020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3769072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1D55BBC-7C29-4A17-A41E-C23E19E36B03}" type="datetimeFigureOut">
              <a:rPr lang="en-US" smtClean="0"/>
              <a:t>5/18/2020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11205917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1D55BBC-7C29-4A17-A41E-C23E19E36B03}" type="datetimeFigureOut">
              <a:rPr lang="en-US" smtClean="0"/>
              <a:t>5/18/2020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8775122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1D55BBC-7C29-4A17-A41E-C23E19E36B03}" type="datetimeFigureOut">
              <a:rPr lang="en-US" smtClean="0"/>
              <a:t>5/18/2020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17076404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1D55BBC-7C29-4A17-A41E-C23E19E36B03}" type="datetimeFigureOut">
              <a:rPr lang="en-US" smtClean="0"/>
              <a:t>5/18/2020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2AE73-8582-4AC8-9FE4-9F81200D1AA2}" type="slidenum">
              <a:rPr lang="en-US" smtClean="0"/>
              <a:t>‹#›</a:t>
            </a:fld>
            <a:endParaRPr lang="en-US"/>
          </a:p>
        </p:txBody>
      </p:sp>
    </p:spTree>
    <p:extLst>
      <p:ext uri="{BB962C8B-B14F-4D97-AF65-F5344CB8AC3E}">
        <p14:creationId xmlns:p14="http://schemas.microsoft.com/office/powerpoint/2010/main" val="3837013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1D55BBC-7C29-4A17-A41E-C23E19E36B03}" type="datetimeFigureOut">
              <a:rPr lang="en-US" smtClean="0"/>
              <a:t>5/18/2020</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0D2AE73-8582-4AC8-9FE4-9F81200D1AA2}" type="slidenum">
              <a:rPr lang="en-US" smtClean="0"/>
              <a:t>‹#›</a:t>
            </a:fld>
            <a:endParaRPr lang="en-US"/>
          </a:p>
        </p:txBody>
      </p:sp>
    </p:spTree>
    <p:extLst>
      <p:ext uri="{BB962C8B-B14F-4D97-AF65-F5344CB8AC3E}">
        <p14:creationId xmlns:p14="http://schemas.microsoft.com/office/powerpoint/2010/main" val="405823163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www.tutorialspoint.com/memcached/index.htm" TargetMode="External"/><Relationship Id="rId2" Type="http://schemas.openxmlformats.org/officeDocument/2006/relationships/hyperlink" Target="https://memcached.org/" TargetMode="External"/><Relationship Id="rId1" Type="http://schemas.openxmlformats.org/officeDocument/2006/relationships/slideLayout" Target="../slideLayouts/slideLayout2.xml"/><Relationship Id="rId4" Type="http://schemas.openxmlformats.org/officeDocument/2006/relationships/hyperlink" Target="https://youtu.be/7MLXuG83Fs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err="1" smtClean="0"/>
              <a:t>Memcached</a:t>
            </a:r>
            <a:endParaRPr lang="en-US" b="1" dirty="0"/>
          </a:p>
        </p:txBody>
      </p:sp>
      <p:sp>
        <p:nvSpPr>
          <p:cNvPr id="3" name="Subtitle 2"/>
          <p:cNvSpPr>
            <a:spLocks noGrp="1"/>
          </p:cNvSpPr>
          <p:nvPr>
            <p:ph type="subTitle" idx="1"/>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3027878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a:t>
            </a:r>
            <a:endParaRPr lang="en-US" dirty="0"/>
          </a:p>
        </p:txBody>
      </p:sp>
      <p:sp>
        <p:nvSpPr>
          <p:cNvPr id="3" name="Content Placeholder 2"/>
          <p:cNvSpPr>
            <a:spLocks noGrp="1"/>
          </p:cNvSpPr>
          <p:nvPr>
            <p:ph idx="1"/>
          </p:nvPr>
        </p:nvSpPr>
        <p:spPr/>
        <p:txBody>
          <a:bodyPr>
            <a:normAutofit/>
          </a:bodyPr>
          <a:lstStyle/>
          <a:p>
            <a:r>
              <a:rPr lang="en-US" dirty="0" err="1"/>
              <a:t>Memcached</a:t>
            </a:r>
            <a:r>
              <a:rPr lang="en-US" dirty="0"/>
              <a:t> is an open source, high-performance, distributed memory caching system intended to speed up dynamic web applications by caching data and objects in RAM to reduce the number of times an external data source (such as a database or API) must be read</a:t>
            </a:r>
            <a:r>
              <a:rPr lang="en-US" dirty="0" smtClean="0"/>
              <a:t>.</a:t>
            </a:r>
          </a:p>
          <a:p>
            <a:r>
              <a:rPr lang="en-US" dirty="0" err="1"/>
              <a:t>Memcached</a:t>
            </a:r>
            <a:r>
              <a:rPr lang="en-US" dirty="0"/>
              <a:t> runs on Unix-like operating systems (at least Linux and OS X) and on Microsoft </a:t>
            </a:r>
            <a:r>
              <a:rPr lang="en-US" dirty="0" smtClean="0"/>
              <a:t>Windows.</a:t>
            </a:r>
            <a:endParaRPr lang="en-US" dirty="0"/>
          </a:p>
          <a:p>
            <a:r>
              <a:rPr lang="en-US" dirty="0" err="1"/>
              <a:t>Memcached's</a:t>
            </a:r>
            <a:r>
              <a:rPr lang="en-US" dirty="0"/>
              <a:t> APIs provide a very large hash table distributed across multiple machines. When the table is full, subsequent inserts cause older data to be purged in least recently used (LRU) order</a:t>
            </a:r>
          </a:p>
          <a:p>
            <a:r>
              <a:rPr lang="en-US" dirty="0" smtClean="0"/>
              <a:t>It </a:t>
            </a:r>
            <a:r>
              <a:rPr lang="en-US" dirty="0"/>
              <a:t>is distributed under Berkeley Software Distribution (BSD) license.</a:t>
            </a:r>
          </a:p>
          <a:p>
            <a:endParaRPr lang="en-US" dirty="0"/>
          </a:p>
          <a:p>
            <a:pPr marL="0" indent="0">
              <a:buNone/>
            </a:pPr>
            <a:endParaRPr lang="en-US" dirty="0"/>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167338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1904002"/>
            <a:ext cx="10515600" cy="4351338"/>
          </a:xfrm>
        </p:spPr>
        <p:txBody>
          <a:bodyPr>
            <a:noAutofit/>
          </a:bodyPr>
          <a:lstStyle/>
          <a:p>
            <a:r>
              <a:rPr lang="en-US" dirty="0"/>
              <a:t>The servers maintain a key–value associative array; the clients populate this array and query it by key. Keys are up to 250 bytes long and values can be at most 1 megabyte in size.</a:t>
            </a:r>
          </a:p>
          <a:p>
            <a:r>
              <a:rPr lang="en-US" dirty="0"/>
              <a:t>Clients use client-side libraries to contact the servers, which expose their service at port 11211 by default. Both TCP and UDP are supported</a:t>
            </a:r>
            <a:r>
              <a:rPr lang="en-US" dirty="0" smtClean="0"/>
              <a:t>.</a:t>
            </a:r>
          </a:p>
          <a:p>
            <a:r>
              <a:rPr lang="en-US" dirty="0" smtClean="0"/>
              <a:t>Each </a:t>
            </a:r>
            <a:r>
              <a:rPr lang="en-US" dirty="0"/>
              <a:t>client knows all servers; the servers do not communicate with each other. If a client wishes to set or read the value corresponding to a certain key, the client's library first computes a hash of the key to determine which server to use</a:t>
            </a:r>
            <a:r>
              <a:rPr lang="en-US" dirty="0" smtClean="0"/>
              <a:t>.</a:t>
            </a:r>
          </a:p>
          <a:p>
            <a:r>
              <a:rPr lang="en-US" dirty="0" err="1"/>
              <a:t>Memcached</a:t>
            </a:r>
            <a:r>
              <a:rPr lang="en-US" dirty="0"/>
              <a:t> has no internal mechanism to track misses which may happen.</a:t>
            </a:r>
          </a:p>
          <a:p>
            <a:pPr marL="0" indent="0">
              <a:buNone/>
            </a:pPr>
            <a:endParaRPr lang="en-US" dirty="0"/>
          </a:p>
          <a:p>
            <a:endParaRPr lang="en-US" sz="2200" dirty="0"/>
          </a:p>
        </p:txBody>
      </p:sp>
      <p:sp>
        <p:nvSpPr>
          <p:cNvPr id="4" name="Footer Placeholder 3"/>
          <p:cNvSpPr>
            <a:spLocks noGrp="1"/>
          </p:cNvSpPr>
          <p:nvPr>
            <p:ph type="ftr" sz="quarter" idx="11"/>
          </p:nvPr>
        </p:nvSpPr>
        <p:spPr>
          <a:xfrm>
            <a:off x="3052689" y="5950634"/>
            <a:ext cx="5641145" cy="355460"/>
          </a:xfrm>
        </p:spPr>
        <p:txBody>
          <a:bodyPr/>
          <a:lstStyle/>
          <a:p>
            <a:endParaRPr lang="en-US" dirty="0"/>
          </a:p>
        </p:txBody>
      </p:sp>
    </p:spTree>
    <p:extLst>
      <p:ext uri="{BB962C8B-B14F-4D97-AF65-F5344CB8AC3E}">
        <p14:creationId xmlns:p14="http://schemas.microsoft.com/office/powerpoint/2010/main" val="440949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3907" y="914400"/>
            <a:ext cx="5092906" cy="1293223"/>
          </a:xfrm>
        </p:spPr>
        <p:txBody>
          <a:bodyPr>
            <a:normAutofit/>
          </a:bodyPr>
          <a:lstStyle/>
          <a:p>
            <a:r>
              <a:rPr lang="en-US" dirty="0" smtClean="0"/>
              <a:t>What </a:t>
            </a:r>
            <a:r>
              <a:rPr lang="en-US" dirty="0" err="1"/>
              <a:t>Memcached</a:t>
            </a:r>
            <a:r>
              <a:rPr lang="en-US" dirty="0"/>
              <a:t> does:</a:t>
            </a:r>
          </a:p>
        </p:txBody>
      </p:sp>
      <p:sp>
        <p:nvSpPr>
          <p:cNvPr id="3" name="Text Placeholder 2"/>
          <p:cNvSpPr>
            <a:spLocks noGrp="1"/>
          </p:cNvSpPr>
          <p:nvPr>
            <p:ph type="body" sz="half" idx="2"/>
          </p:nvPr>
        </p:nvSpPr>
        <p:spPr>
          <a:xfrm>
            <a:off x="1154954" y="2207623"/>
            <a:ext cx="6630509" cy="3918857"/>
          </a:xfrm>
        </p:spPr>
        <p:txBody>
          <a:bodyPr/>
          <a:lstStyle/>
          <a:p>
            <a:pPr marL="342900" indent="-342900">
              <a:buFont typeface="+mj-lt"/>
              <a:buAutoNum type="arabicPeriod"/>
            </a:pPr>
            <a:r>
              <a:rPr lang="en-US" dirty="0"/>
              <a:t>Without </a:t>
            </a:r>
            <a:r>
              <a:rPr lang="en-US" dirty="0" err="1" smtClean="0"/>
              <a:t>Memcached</a:t>
            </a:r>
            <a:r>
              <a:rPr lang="en-US" dirty="0" smtClean="0"/>
              <a:t> - </a:t>
            </a:r>
            <a:r>
              <a:rPr lang="en-US" dirty="0"/>
              <a:t>Each node is completely independent (top</a:t>
            </a:r>
            <a:r>
              <a:rPr lang="en-US" dirty="0" smtClean="0"/>
              <a:t>).</a:t>
            </a:r>
            <a:r>
              <a:rPr lang="en-US" dirty="0"/>
              <a:t> This is a classic deployment strategy, however it is both wasteful in the sense that the total cache size is a fraction of the actual capacity of your web farm, but also amount of effort required to keep the cache consistent across all of those nodes is more.</a:t>
            </a:r>
          </a:p>
          <a:p>
            <a:pPr marL="342900" lvl="0" indent="-342900">
              <a:buFont typeface="+mj-lt"/>
              <a:buAutoNum type="arabicPeriod"/>
            </a:pPr>
            <a:endParaRPr lang="en-US" dirty="0"/>
          </a:p>
          <a:p>
            <a:pPr marL="342900" indent="-342900">
              <a:buFont typeface="+mj-lt"/>
              <a:buAutoNum type="arabicPeriod"/>
            </a:pPr>
            <a:r>
              <a:rPr lang="en-US" dirty="0" smtClean="0"/>
              <a:t>With </a:t>
            </a:r>
            <a:r>
              <a:rPr lang="en-US" dirty="0" err="1" smtClean="0"/>
              <a:t>Memcached</a:t>
            </a:r>
            <a:r>
              <a:rPr lang="en-US" dirty="0" smtClean="0"/>
              <a:t> - Each </a:t>
            </a:r>
            <a:r>
              <a:rPr lang="en-US" dirty="0"/>
              <a:t>node can make use of memory from other nodes (bottom). </a:t>
            </a:r>
            <a:r>
              <a:rPr lang="en-US" dirty="0" smtClean="0"/>
              <a:t>All </a:t>
            </a:r>
            <a:r>
              <a:rPr lang="en-US" dirty="0"/>
              <a:t>of the servers are looking into the same virtual pool of memory. This means that a given item is always stored and always retrieved from the same location in your entire web cluster</a:t>
            </a:r>
            <a:r>
              <a:rPr lang="en-US" dirty="0" smtClean="0"/>
              <a:t>. </a:t>
            </a:r>
            <a:r>
              <a:rPr lang="en-US" dirty="0"/>
              <a:t>In addition, as the demand for your application grows to the point where you need to have more servers, it generally also grows in terms of the data that is required be regularly accessed. </a:t>
            </a:r>
          </a:p>
          <a:p>
            <a:pPr marL="342900" lvl="0" indent="-342900">
              <a:buFont typeface="+mj-lt"/>
              <a:buAutoNum type="arabicPeriod"/>
            </a:pPr>
            <a:endParaRPr lang="en-US" dirty="0"/>
          </a:p>
        </p:txBody>
      </p:sp>
      <p:pic>
        <p:nvPicPr>
          <p:cNvPr id="8" name="Picture Placeholder 7"/>
          <p:cNvPicPr>
            <a:picLocks noGrp="1" noChangeAspect="1"/>
          </p:cNvPicPr>
          <p:nvPr>
            <p:ph type="pic" idx="1"/>
          </p:nvPr>
        </p:nvPicPr>
        <p:blipFill>
          <a:blip r:embed="rId2">
            <a:extLst>
              <a:ext uri="{28A0092B-C50C-407E-A947-70E740481C1C}">
                <a14:useLocalDpi xmlns:a14="http://schemas.microsoft.com/office/drawing/2010/main" val="0"/>
              </a:ext>
            </a:extLst>
          </a:blip>
          <a:srcRect t="11962" b="11962"/>
          <a:stretch>
            <a:fillRect/>
          </a:stretch>
        </p:blipFill>
        <p:spPr>
          <a:xfrm>
            <a:off x="8151329" y="1221377"/>
            <a:ext cx="3200400" cy="4572000"/>
          </a:xfrm>
        </p:spPr>
      </p:pic>
      <p:sp>
        <p:nvSpPr>
          <p:cNvPr id="9" name="Footer Placeholder 8"/>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6078986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Important Links</a:t>
            </a:r>
            <a:endParaRPr lang="en-US" dirty="0"/>
          </a:p>
        </p:txBody>
      </p:sp>
      <p:sp>
        <p:nvSpPr>
          <p:cNvPr id="3" name="Content Placeholder 2"/>
          <p:cNvSpPr>
            <a:spLocks noGrp="1"/>
          </p:cNvSpPr>
          <p:nvPr>
            <p:ph idx="1"/>
          </p:nvPr>
        </p:nvSpPr>
        <p:spPr/>
        <p:txBody>
          <a:bodyPr/>
          <a:lstStyle/>
          <a:p>
            <a:r>
              <a:rPr lang="en-US" dirty="0"/>
              <a:t>Official Website: </a:t>
            </a:r>
            <a:r>
              <a:rPr lang="en-US" u="sng" dirty="0">
                <a:hlinkClick r:id="rId2"/>
              </a:rPr>
              <a:t>https://memcached.org/</a:t>
            </a:r>
            <a:endParaRPr lang="en-US" dirty="0"/>
          </a:p>
          <a:p>
            <a:r>
              <a:rPr lang="en-US" dirty="0" err="1"/>
              <a:t>Memcached</a:t>
            </a:r>
            <a:r>
              <a:rPr lang="en-US" dirty="0"/>
              <a:t> Tutorial: </a:t>
            </a:r>
            <a:r>
              <a:rPr lang="en-US" u="sng" dirty="0">
                <a:hlinkClick r:id="rId3"/>
              </a:rPr>
              <a:t>https://www.tutorialspoint.com/memcached/index.htm</a:t>
            </a:r>
            <a:endParaRPr lang="en-US" dirty="0"/>
          </a:p>
          <a:p>
            <a:r>
              <a:rPr lang="en-US" dirty="0" err="1"/>
              <a:t>Youtube</a:t>
            </a:r>
            <a:r>
              <a:rPr lang="en-US" dirty="0"/>
              <a:t>: </a:t>
            </a:r>
            <a:r>
              <a:rPr lang="en-US" u="sng" dirty="0">
                <a:hlinkClick r:id="rId4"/>
              </a:rPr>
              <a:t>https://youtu.be/7MLXuG83Fsw</a:t>
            </a:r>
            <a:endParaRPr lang="en-US" dirty="0"/>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29297730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41</TotalTime>
  <Words>414</Words>
  <Application>Microsoft Office PowerPoint</Application>
  <PresentationFormat>Widescreen</PresentationFormat>
  <Paragraphs>18</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Century Gothic</vt:lpstr>
      <vt:lpstr>Wingdings 3</vt:lpstr>
      <vt:lpstr>Ion</vt:lpstr>
      <vt:lpstr>Memcached</vt:lpstr>
      <vt:lpstr>Overview</vt:lpstr>
      <vt:lpstr>PowerPoint Presentation</vt:lpstr>
      <vt:lpstr>What Memcached does:</vt:lpstr>
      <vt:lpstr>Important Links</vt:lpstr>
    </vt:vector>
  </TitlesOfParts>
  <Company>Genpact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CircleCI</dc:title>
  <dc:creator>Sharma, Mridul M</dc:creator>
  <cp:lastModifiedBy>703179429@ind.ge.ad</cp:lastModifiedBy>
  <cp:revision>8</cp:revision>
  <dcterms:created xsi:type="dcterms:W3CDTF">2020-05-18T03:58:18Z</dcterms:created>
  <dcterms:modified xsi:type="dcterms:W3CDTF">2020-05-18T08:27:51Z</dcterms:modified>
</cp:coreProperties>
</file>